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IT-Ausstattung Planungs- und Konstruktionsbüro</a:t>
            </a:r>
          </a:p>
          <a:p>
            <a:r>
              <a:t>Abschlusspräsentation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VektorPlan GmbH</a:t>
            </a:r>
          </a:p>
          <a:p>
            <a:r>
              <a:t>NextLevel IT Solutions GmbH</a:t>
            </a:r>
          </a:p>
          <a:p>
            <a:r>
              <a:t>September 2026</a:t>
            </a:r>
          </a:p>
          <a:p>
            <a:r>
              <a:t>Team: Jan Kluth, Mathias Vonau, Marian Bolecke, Marco Schmidt, Siyar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Projektauftrag &amp; Ziele</a:t>
            </a:r>
          </a:p>
          <a:p>
            <a:r>
              <a:t>Team &amp; Organisation</a:t>
            </a:r>
          </a:p>
          <a:p>
            <a:r>
              <a:t>Anforderungen &amp; Lösung</a:t>
            </a:r>
          </a:p>
          <a:p>
            <a:r>
              <a:t>Produktauswahl</a:t>
            </a:r>
          </a:p>
          <a:p>
            <a:r>
              <a:t>Kalkulation &amp; Angebot</a:t>
            </a:r>
          </a:p>
          <a:p>
            <a:r>
              <a:t>Rollout &amp; Qualitätssicherung</a:t>
            </a:r>
          </a:p>
          <a:p>
            <a:r>
              <a:t>Ergebnisse &amp; Lessons Learned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Projektauftrag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Ausgangssituation: VektorPlan GmbH modernisiert Büros</a:t>
            </a:r>
          </a:p>
          <a:p>
            <a:r>
              <a:t>Auftrag: 16 Arbeitsplätze komplett ausstatten</a:t>
            </a:r>
          </a:p>
          <a:p>
            <a:r>
              <a:t>Leistungsumfang: Beratung, Beschaffung, Installation, Übergabe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 &amp; Rollen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Projektleiter: Jan Kluth</a:t>
            </a:r>
          </a:p>
          <a:p>
            <a:r>
              <a:t>Technischer Planer: Mathias Vonau</a:t>
            </a:r>
          </a:p>
          <a:p>
            <a:r>
              <a:t>Beschaffung &amp; Kalkulation: Marian Bolecke</a:t>
            </a:r>
          </a:p>
          <a:p>
            <a:r>
              <a:t>Qualitätsmanagement: Marco Schmidt</a:t>
            </a:r>
          </a:p>
          <a:p>
            <a:r>
              <a:t>Berechnungen &amp; Dokumentation: Siyar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Anforderungsanalyse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12 Standard-Büroarbeitsplätze</a:t>
            </a:r>
          </a:p>
          <a:p>
            <a:r>
              <a:t>4 CAD/BIM-Workstations</a:t>
            </a:r>
          </a:p>
          <a:p>
            <a:r>
              <a:t>32 ergonomische Monitore</a:t>
            </a:r>
          </a:p>
          <a:p>
            <a:r>
              <a:t>Peripherie, Software, Netzwerk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Hardware-Lösung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Standard-PC: Lenovo ThinkCentre M70s Gen 4</a:t>
            </a:r>
          </a:p>
          <a:p>
            <a:r>
              <a:t>CAD-Workstation: Lenovo ThinkStation P3 Tower</a:t>
            </a:r>
          </a:p>
          <a:p>
            <a:r>
              <a:t>Monitor: Dell UltraSharp U2724D</a:t>
            </a:r>
          </a:p>
          <a:p>
            <a:r>
              <a:t>MFP: Lexmark CX930dse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Nutzwertanalyse -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Workstation: Lenovo ThinkStation P3 – Sieger dank bester GPU</a:t>
            </a:r>
          </a:p>
          <a:p>
            <a:r>
              <a:t>Monitor: Dell U2724D – Bestes Preis-Leistungs-Verhältnis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Kalkulation Übersicht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Hardware gesamt: ca. 31.000€ netto</a:t>
            </a:r>
          </a:p>
          <a:p>
            <a:r>
              <a:t>Software (1. Jahr): ca. 7.200€ netto</a:t>
            </a:r>
          </a:p>
          <a:p>
            <a:r>
              <a:t>Dienstleistungen: ca. 6.050€ netto</a:t>
            </a:r>
          </a:p>
          <a:p>
            <a:r>
              <a:t>Gesamtangebot: ca. 55.000-60.000€ netto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Kundenberechnungen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Speicherbedarf: 445 GiB pro Quartal (inkl. Puffer)</a:t>
            </a:r>
          </a:p>
          <a:p>
            <a:r>
              <a:t>Energiekosten: ca. 1.771€ pro Jahr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Qualitätssicherung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Wareneingangsprüfung nach § 377 HGB</a:t>
            </a:r>
          </a:p>
          <a:p>
            <a:r>
              <a:t>Mängelrüge bei defekter Lieferung</a:t>
            </a:r>
          </a:p>
          <a:p>
            <a:r>
              <a:t>Fachgerechte Entsorgung Altdrucker (ElektroG)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Rollout &amp; Übergabe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Vorinstallation &amp; Konfiguration im Systemhaus</a:t>
            </a:r>
          </a:p>
          <a:p>
            <a:r>
              <a:t>Montage vor Ort mit Ergonomie-Checkliste</a:t>
            </a:r>
          </a:p>
          <a:p>
            <a:r>
              <a:t>Funktionstest aller 16 Arbeitsplätze</a:t>
            </a:r>
          </a:p>
          <a:p>
            <a:r>
              <a:t>Abnahmeprotokoll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Projektergebnis (Soll-Ist)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Zeit: 46/48 Tage (unter Plan)</a:t>
            </a:r>
          </a:p>
          <a:p>
            <a:r>
              <a:t>Kosten: ca. 61.500€ (unter Budget)</a:t>
            </a:r>
          </a:p>
          <a:p>
            <a:r>
              <a:t>Qualität: Alle Anforderungen erfüllt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Lessons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Top 3 Erfolge:</a:t>
            </a:r>
          </a:p>
          <a:p>
            <a:r>
              <a:t>  - Nutzwertanalyse</a:t>
            </a:r>
          </a:p>
          <a:p>
            <a:r>
              <a:t>  - Reibungslose Kommunikation</a:t>
            </a:r>
          </a:p>
          <a:p>
            <a:r>
              <a:t>  - Zeit- und Budgetunterschreitung</a:t>
            </a:r>
          </a:p>
          <a:p>
            <a:r>
              <a:t>Top 3 Verbesserungen:</a:t>
            </a:r>
          </a:p>
          <a:p>
            <a:r>
              <a:t>  - Netzwerk-Anforderungen früher klären</a:t>
            </a:r>
          </a:p>
          <a:p>
            <a:r>
              <a:t>  - Puffer für Nachlieferungen</a:t>
            </a:r>
          </a:p>
          <a:p>
            <a:r>
              <a:t>  - Checklisten standardisieren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Vielen Dank!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Fragen?</a:t>
            </a:r>
          </a:p>
          <a:p/>
          <a:p>
            <a:r>
              <a:t>Kontaktdaten:</a:t>
            </a:r>
          </a:p>
          <a:p>
            <a:r>
              <a:t>NextLevel IT Solutions GmbH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